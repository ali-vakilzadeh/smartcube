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5" d="100"/>
          <a:sy n="105" d="100"/>
        </p:scale>
        <p:origin x="1794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751103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Smart Cubes is redefining how humans interact with AI — enabling anyone, even non-programmers, to create powerful workflows and software using only natural language.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AI is intelligent, but not structured. Automation tools are structured, but not intelligent. Smart Cubes bridges that gap.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With Smart Cubes, creating software becomes as simple as describing what you want — in English.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Each cube represents one atomic action, powered by AI — all in a visual interface.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Our MVP focuses on simplicity: build, run, and see — without any code.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We’re not replacing programmers — we’re empowering the other 99%.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Our revenue model scales naturally — from curiosity to creation to enterprise automation.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Architecture designed to evolve from API prototype to fully local LLM engine.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Goal: Make Smart Cubes the 'operating system of ideas' — capable of learning and automating everything users can describe.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We merge human creativity, AI intelligence, and automation — no one else does all three seamlessly.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We’re fully architected — the next step is funding infrastructure and expanding user testing.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Smart Cubes — Programming Should Feel Like Thinking.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 descr="A logo for a company&#10;&#10;Description automatically generated">
            <a:extLst>
              <a:ext uri="{FF2B5EF4-FFF2-40B4-BE49-F238E27FC236}">
                <a16:creationId xmlns:a16="http://schemas.microsoft.com/office/drawing/2014/main" id="{7EA45169-E197-FD70-0546-CE3C018006F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lum bright="70000" contrast="-70000"/>
            <a:alphaModFix amt="50000"/>
          </a:blip>
          <a:stretch>
            <a:fillRect/>
          </a:stretch>
        </p:blipFill>
        <p:spPr>
          <a:xfrm>
            <a:off x="2320608" y="18606"/>
            <a:ext cx="6839394" cy="68393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11/7/2025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microsoft.com/office/2007/relationships/hdphoto" Target="../media/hdphoto1.wdp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dirty="0"/>
              <a:t>You Can Build It</a:t>
            </a:r>
            <a:r>
              <a:rPr lang="en-US" dirty="0"/>
              <a:t> Just By Describing It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5230368"/>
            <a:ext cx="8229600" cy="895795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sz="2000" dirty="0"/>
              <a:t>A Natural-Language IDE </a:t>
            </a:r>
            <a:endParaRPr lang="en-US" sz="2000" dirty="0"/>
          </a:p>
          <a:p>
            <a:pPr marL="0" indent="0" algn="ctr">
              <a:buNone/>
            </a:pPr>
            <a:r>
              <a:rPr lang="en-US" sz="2000" dirty="0"/>
              <a:t>From </a:t>
            </a:r>
            <a:r>
              <a:rPr sz="2000" dirty="0"/>
              <a:t>Human </a:t>
            </a:r>
            <a:r>
              <a:rPr lang="en-US" sz="2000" dirty="0"/>
              <a:t>Thought </a:t>
            </a:r>
            <a:r>
              <a:rPr sz="2000" dirty="0"/>
              <a:t>Into Code-Free Automatio</a:t>
            </a:r>
            <a:r>
              <a:rPr lang="en-US" sz="2000" dirty="0"/>
              <a:t>n</a:t>
            </a:r>
            <a:endParaRPr sz="2000" dirty="0"/>
          </a:p>
        </p:txBody>
      </p:sp>
      <p:pic>
        <p:nvPicPr>
          <p:cNvPr id="5" name="Picture 4" descr="A logo for a company&#10;&#10;Description automatically generated">
            <a:extLst>
              <a:ext uri="{FF2B5EF4-FFF2-40B4-BE49-F238E27FC236}">
                <a16:creationId xmlns:a16="http://schemas.microsoft.com/office/drawing/2014/main" id="{86195868-70B3-1D22-E980-CB21FFAF471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10000" r="90000">
                        <a14:foregroundMark x1="43652" y1="66309" x2="43652" y2="66309"/>
                        <a14:foregroundMark x1="52930" y1="65820" x2="52930" y2="65820"/>
                        <a14:foregroundMark x1="65527" y1="66797" x2="65527" y2="66797"/>
                        <a14:foregroundMark x1="72168" y1="65039" x2="72168" y2="65039"/>
                        <a14:foregroundMark x1="69922" y1="82617" x2="69922" y2="82617"/>
                        <a14:foregroundMark x1="59766" y1="82617" x2="59766" y2="82617"/>
                        <a14:foregroundMark x1="52637" y1="82129" x2="52637" y2="82129"/>
                        <a14:foregroundMark x1="43945" y1="84082" x2="43945" y2="84082"/>
                        <a14:foregroundMark x1="25879" y1="84766" x2="25879" y2="84766"/>
                        <a14:foregroundMark x1="30762" y1="72168" x2="30762" y2="72168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692908" y="1549908"/>
            <a:ext cx="3758184" cy="375818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The Problem: Coding is Still a Barrier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2400" dirty="0"/>
              <a:t>99% of people can describe what they want software to do — but can’t code it.</a:t>
            </a:r>
          </a:p>
          <a:p>
            <a:r>
              <a:rPr sz="2400" dirty="0"/>
              <a:t>Automation tools exist, but still require scripts or complex configuration.</a:t>
            </a:r>
          </a:p>
          <a:p>
            <a:r>
              <a:rPr sz="2400" dirty="0"/>
              <a:t>AI models are powerful yet unstructured and hard to control.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Solution: Smart Cubes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2400" dirty="0"/>
              <a:t>Natural-language programming IDE</a:t>
            </a:r>
          </a:p>
          <a:p>
            <a:r>
              <a:rPr sz="2400" dirty="0"/>
              <a:t>Users build software visually — no code required</a:t>
            </a:r>
          </a:p>
          <a:p>
            <a:r>
              <a:rPr sz="2400" dirty="0"/>
              <a:t>Each 'Cube' is a logical AI task</a:t>
            </a:r>
          </a:p>
          <a:p>
            <a:r>
              <a:rPr sz="2400" dirty="0"/>
              <a:t>Connect cubes into workflows to automate text, image, math, or decision tasks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How It Works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sz="2400" dirty="0"/>
              <a:t>User describes a task in natural language.</a:t>
            </a:r>
          </a:p>
          <a:p>
            <a:pPr marL="514350" indent="-514350">
              <a:buFont typeface="+mj-lt"/>
              <a:buAutoNum type="arabicPeriod"/>
            </a:pPr>
            <a:r>
              <a:rPr sz="2400" dirty="0"/>
              <a:t>Smart Cubes </a:t>
            </a:r>
            <a:r>
              <a:rPr lang="en-US" sz="2400" dirty="0"/>
              <a:t>executes the user command through a series of active cubes</a:t>
            </a:r>
            <a:r>
              <a:rPr sz="2400" dirty="0"/>
              <a:t>.</a:t>
            </a:r>
          </a:p>
          <a:p>
            <a:pPr marL="514350" indent="-514350">
              <a:buFont typeface="+mj-lt"/>
              <a:buAutoNum type="arabicPeriod"/>
            </a:pPr>
            <a:r>
              <a:rPr sz="2400" dirty="0"/>
              <a:t>Each Cube </a:t>
            </a:r>
            <a:r>
              <a:rPr lang="en-US" sz="2400" dirty="0"/>
              <a:t>is executed </a:t>
            </a:r>
            <a:r>
              <a:rPr sz="2400" dirty="0"/>
              <a:t>through an AI model.</a:t>
            </a:r>
          </a:p>
          <a:p>
            <a:pPr marL="514350" indent="-514350">
              <a:buFont typeface="+mj-lt"/>
              <a:buAutoNum type="arabicPeriod"/>
            </a:pPr>
            <a:r>
              <a:rPr sz="2400" dirty="0"/>
              <a:t>Outputs are piped between cubes.</a:t>
            </a:r>
          </a:p>
          <a:p>
            <a:pPr marL="514350" indent="-514350">
              <a:buFont typeface="+mj-lt"/>
              <a:buAutoNum type="arabicPeriod"/>
            </a:pPr>
            <a:r>
              <a:rPr sz="2400" dirty="0"/>
              <a:t>Results are displayed instantly.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Smart Cubes MVP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2400" dirty="0"/>
              <a:t>Web-based visual IDE (React + Node + Mongo)</a:t>
            </a:r>
          </a:p>
          <a:p>
            <a:r>
              <a:rPr sz="2400" dirty="0"/>
              <a:t>Drag-and-drop interface</a:t>
            </a:r>
          </a:p>
          <a:p>
            <a:r>
              <a:rPr sz="2400" dirty="0"/>
              <a:t>AI-powered cubes: Text, Image, Math, Decision, Loader &amp; Saver</a:t>
            </a:r>
          </a:p>
          <a:p>
            <a:r>
              <a:rPr sz="2400" dirty="0"/>
              <a:t>Limited loops (up to 2 per workflow)</a:t>
            </a:r>
          </a:p>
          <a:p>
            <a:r>
              <a:rPr lang="en-US" sz="2400" dirty="0"/>
              <a:t>I</a:t>
            </a:r>
            <a:r>
              <a:rPr sz="2400" dirty="0"/>
              <a:t>n-memory execution, no storage unless user adds saver cube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Market Opportunity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2400" dirty="0"/>
              <a:t>$45B+ no-code / low-code market by 2027</a:t>
            </a:r>
          </a:p>
          <a:p>
            <a:r>
              <a:rPr sz="2400" dirty="0"/>
              <a:t>AI integration market growing &gt;40% CAGR</a:t>
            </a:r>
          </a:p>
          <a:p>
            <a:r>
              <a:rPr sz="2400" dirty="0"/>
              <a:t>Target: non-technical professionals, educators, SMEs, creatives</a:t>
            </a:r>
          </a:p>
          <a:p>
            <a:r>
              <a:rPr sz="2400" dirty="0"/>
              <a:t>Smart Cubes sits at intersection of AI + Automation + Usability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Business Model: Freemium → Subscription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2800" dirty="0"/>
              <a:t>Basic</a:t>
            </a:r>
            <a:r>
              <a:rPr lang="en-US" sz="2800" dirty="0"/>
              <a:t>	</a:t>
            </a:r>
            <a:r>
              <a:rPr sz="2800" dirty="0"/>
              <a:t>: 2 I/O, 20 cubes</a:t>
            </a:r>
          </a:p>
          <a:p>
            <a:r>
              <a:rPr sz="2800" dirty="0"/>
              <a:t>Pro</a:t>
            </a:r>
            <a:r>
              <a:rPr lang="en-US" sz="2800" dirty="0"/>
              <a:t>		</a:t>
            </a:r>
            <a:r>
              <a:rPr sz="2800" dirty="0"/>
              <a:t>: 3 I/O, 50 cubes, 5 loops</a:t>
            </a:r>
          </a:p>
          <a:p>
            <a:r>
              <a:rPr sz="2800" dirty="0"/>
              <a:t>Max</a:t>
            </a:r>
            <a:r>
              <a:rPr lang="en-US" sz="2800" dirty="0"/>
              <a:t>	</a:t>
            </a:r>
            <a:r>
              <a:rPr sz="2800" dirty="0"/>
              <a:t>: 4 I/O, 100 cubes, 10 loops, priority access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Technology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2400" dirty="0"/>
              <a:t>Frontend: React.js + React Flow</a:t>
            </a:r>
          </a:p>
          <a:p>
            <a:r>
              <a:rPr sz="2400" dirty="0"/>
              <a:t>Backend: Node.js, MongoDB</a:t>
            </a:r>
          </a:p>
          <a:p>
            <a:r>
              <a:rPr sz="2400" dirty="0"/>
              <a:t>AI Engine: Modular adapter (</a:t>
            </a:r>
            <a:r>
              <a:rPr sz="2400" dirty="0" err="1"/>
              <a:t>OpenRouter</a:t>
            </a:r>
            <a:r>
              <a:rPr sz="2400" dirty="0"/>
              <a:t>, Google, Azure → Local LLM)</a:t>
            </a:r>
          </a:p>
          <a:p>
            <a:r>
              <a:rPr sz="2400" dirty="0"/>
              <a:t>Execution: In-memory scheduler, sandboxed</a:t>
            </a:r>
          </a:p>
          <a:p>
            <a:r>
              <a:rPr sz="2400" dirty="0"/>
              <a:t>Security: JWT, anonymization, GDPR-compliant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Expansion Roadmap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sz="2400" b="1" dirty="0"/>
              <a:t>Phase 1</a:t>
            </a:r>
            <a:r>
              <a:rPr sz="2400" dirty="0"/>
              <a:t>: Natural-language cubes, AI execution via APIs</a:t>
            </a:r>
          </a:p>
          <a:p>
            <a:pPr marL="0" indent="0">
              <a:buNone/>
            </a:pPr>
            <a:r>
              <a:rPr sz="2400" b="1" dirty="0"/>
              <a:t>Phase 2</a:t>
            </a:r>
            <a:r>
              <a:rPr sz="2400" dirty="0"/>
              <a:t>: Pro/Max tiers, advanced I/O, priority queues</a:t>
            </a:r>
          </a:p>
          <a:p>
            <a:pPr marL="0" indent="0">
              <a:buNone/>
            </a:pPr>
            <a:r>
              <a:rPr sz="2400" b="1" dirty="0"/>
              <a:t>Phase 3</a:t>
            </a:r>
            <a:r>
              <a:rPr sz="2400" dirty="0"/>
              <a:t>: Non-English prompts, sharing, multimedia, RAG learning, database cubes, voice interaction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Competitive Advantage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2400" dirty="0"/>
              <a:t>Zero-code, zero-training interface</a:t>
            </a:r>
          </a:p>
          <a:p>
            <a:r>
              <a:rPr sz="2400" dirty="0"/>
              <a:t>Natural-language commands</a:t>
            </a:r>
          </a:p>
          <a:p>
            <a:r>
              <a:rPr sz="2400" dirty="0"/>
              <a:t>AI-driven execution (not manual scripting)</a:t>
            </a:r>
          </a:p>
          <a:p>
            <a:r>
              <a:rPr sz="2400" dirty="0"/>
              <a:t>Scalable pricing tiers</a:t>
            </a:r>
          </a:p>
          <a:p>
            <a:r>
              <a:rPr sz="2400" dirty="0"/>
              <a:t>Future-proof local AI integration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Traction &amp; Next Steps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dirty="0"/>
              <a:t>MVP under development</a:t>
            </a:r>
          </a:p>
          <a:p>
            <a:r>
              <a:rPr dirty="0"/>
              <a:t>Backend architecture defined</a:t>
            </a:r>
          </a:p>
          <a:p>
            <a:r>
              <a:rPr dirty="0"/>
              <a:t>Technical documentation ready</a:t>
            </a:r>
          </a:p>
          <a:p>
            <a:r>
              <a:rPr dirty="0"/>
              <a:t>Beta waitlist forming</a:t>
            </a:r>
          </a:p>
          <a:p>
            <a:endParaRPr dirty="0"/>
          </a:p>
          <a:p>
            <a:pPr marL="0" indent="0">
              <a:buNone/>
            </a:pPr>
            <a:r>
              <a:rPr b="1" dirty="0"/>
              <a:t>Next Steps</a:t>
            </a:r>
            <a:r>
              <a:rPr dirty="0"/>
              <a:t>:</a:t>
            </a:r>
          </a:p>
          <a:p>
            <a:r>
              <a:rPr dirty="0"/>
              <a:t>Complete MVP by </a:t>
            </a:r>
            <a:r>
              <a:rPr lang="en-US" dirty="0"/>
              <a:t>2026</a:t>
            </a:r>
            <a:r>
              <a:rPr dirty="0"/>
              <a:t>Q2</a:t>
            </a:r>
          </a:p>
          <a:p>
            <a:r>
              <a:rPr dirty="0"/>
              <a:t>Closed beta for Pro users</a:t>
            </a:r>
          </a:p>
          <a:p>
            <a:r>
              <a:rPr dirty="0"/>
              <a:t>Seek $250–500K pre-seed funding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Team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/>
              <a:t>The SC Startup would need to build a DEVOPs team:</a:t>
            </a:r>
          </a:p>
          <a:p>
            <a:r>
              <a:rPr sz="2400" dirty="0"/>
              <a:t>Vision: Make AI accessible as conversation</a:t>
            </a:r>
          </a:p>
          <a:p>
            <a:r>
              <a:rPr sz="2400" dirty="0"/>
              <a:t>Expertise: AI dev, UX for non-tech creators, SaaS design</a:t>
            </a:r>
            <a:endParaRPr lang="en-US" sz="2400" dirty="0"/>
          </a:p>
          <a:p>
            <a:endParaRPr lang="en-US" sz="2400" dirty="0"/>
          </a:p>
          <a:p>
            <a:pPr marL="0" indent="0">
              <a:buNone/>
            </a:pPr>
            <a:endParaRPr sz="2400" dirty="0"/>
          </a:p>
          <a:p>
            <a:pPr marL="0" indent="0">
              <a:buNone/>
            </a:pPr>
            <a:r>
              <a:rPr lang="en-US" sz="2400" dirty="0"/>
              <a:t>If you are interested, c</a:t>
            </a:r>
            <a:r>
              <a:rPr sz="2400" dirty="0"/>
              <a:t>ontact:</a:t>
            </a:r>
            <a:endParaRPr lang="en-US" sz="2400" dirty="0"/>
          </a:p>
          <a:p>
            <a:pPr marL="0" indent="0">
              <a:buNone/>
            </a:pPr>
            <a:r>
              <a:rPr lang="en-US" sz="2400" dirty="0" err="1"/>
              <a:t>connect@pmia.app</a:t>
            </a:r>
            <a:endParaRPr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681</Words>
  <Application>Microsoft Office PowerPoint</Application>
  <PresentationFormat>On-screen Show (4:3)</PresentationFormat>
  <Paragraphs>79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You Can Build It Just By Describing It</vt:lpstr>
      <vt:lpstr>The Problem: Coding is Still a Barrier</vt:lpstr>
      <vt:lpstr>The Solution: Smart Cubes</vt:lpstr>
      <vt:lpstr>How It Works</vt:lpstr>
      <vt:lpstr>Smart Cubes MVP</vt:lpstr>
      <vt:lpstr>Market Opportunity</vt:lpstr>
      <vt:lpstr>Business Model: Freemium → Subscription</vt:lpstr>
      <vt:lpstr>Technology Architecture</vt:lpstr>
      <vt:lpstr>Future Expansion Roadmap</vt:lpstr>
      <vt:lpstr>Competitive Advantage</vt:lpstr>
      <vt:lpstr>Traction &amp; Next Steps</vt:lpstr>
      <vt:lpstr>Team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You Can Build It Just By Describing It</dc:title>
  <dc:subject/>
  <dc:creator/>
  <cp:keywords/>
  <dc:description>generated using python-pptx</dc:description>
  <cp:lastModifiedBy>Ali Vakilzadeh</cp:lastModifiedBy>
  <cp:revision>3</cp:revision>
  <dcterms:created xsi:type="dcterms:W3CDTF">2013-01-27T09:14:16Z</dcterms:created>
  <dcterms:modified xsi:type="dcterms:W3CDTF">2025-11-07T10:28:02Z</dcterms:modified>
  <cp:category/>
</cp:coreProperties>
</file>